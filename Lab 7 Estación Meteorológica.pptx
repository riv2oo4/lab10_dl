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44b311a11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44b311a11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44b311a11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44b311a11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44b311a11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44b311a11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476bc687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476bc687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476bc687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476bc687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476bc687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476bc687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476bc687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476bc687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476bc687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476bc687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476bc687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476bc687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476bc687a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476bc687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476bc687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476bc687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Lab 7 Estación Meteorológica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Hugo Rivas - 22500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Alexis Mesias -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3.1 Simulación de un Sensor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¿A qué capa pertenece JSON/SOAP según el Modelo OSI y porque?</a:t>
            </a:r>
            <a:endParaRPr sz="1250">
              <a:solidFill>
                <a:schemeClr val="dk1"/>
              </a:solidFill>
              <a:highlight>
                <a:srgbClr val="F2F2F2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862"/>
              <a:t>JSON y SOAP pertenecen a la capa de aplicación (capa 7) del modelo OSI porque definen el formato y la estructura de los mensajes entre aplicaciones. No controlan cómo viajan los bits en la red, sino cómo la aplicación organiza e interpreta los datos sobre protocolos como HTTP o TCP.</a:t>
            </a:r>
            <a:endParaRPr sz="1862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¿Qué beneficios tiene utilizar un formato como JSON/SOAP?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795"/>
              <a:t>JSON y SOAP aportan varios beneficios: permiten que sistemas desarrollados en diferentes lenguajes y plataformas compartan información mediante un mismo formato de datos, favoreciendo la interoperabilidad; ayudan a mantener bajo acoplamiento porque emisor y receptor solo necesitan ponerse de acuerdo en la estructura del mensaje, sin depender de cómo esté construido cada sistema; al ser texto legible, los mensajes se pueden leer fácilmente en logs o capturas de red, lo que simplifica la detección de errores; además, son formatos fáciles de extender y versionar, ya que es posible añadir campos nuevos sin afectar a quienes ya consumen el servicio, siempre que ignoren la información extra; por último, existen numerosas librerías y herramientas en casi cualquier lenguaje para manejarlos, lo que reduce el trabajo de desarrollo y los errores al procesar los datos.</a:t>
            </a:r>
            <a:endParaRPr sz="179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50">
              <a:solidFill>
                <a:srgbClr val="000000"/>
              </a:solidFill>
              <a:highlight>
                <a:srgbClr val="F2F2F2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3.2 Envío de Datos al Server Edge</a:t>
            </a:r>
            <a:endParaRPr sz="1450">
              <a:solidFill>
                <a:srgbClr val="000000"/>
              </a:solidFill>
              <a:highlight>
                <a:srgbClr val="F2F2F2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000000"/>
              </a:solidFill>
              <a:highlight>
                <a:srgbClr val="F2F2F2"/>
              </a:highlight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5279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/>
              <a:t>Se instala correctamente kafka, se hacen las configuraciones correctas con el topic que es el carnet de uno de los integrantes de la pareja y se realizan las funciones</a:t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9700" y="1152475"/>
            <a:ext cx="3152601" cy="3593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4442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/>
              <a:t>Se realiza el main del programa y se muestra que se envían los datos </a:t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0600" y="1094025"/>
            <a:ext cx="3368200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3.3 Consumir y Desplegar Datos Meteorológicos</a:t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7788" y="1215700"/>
            <a:ext cx="4314825" cy="32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¿Ventajas y desventajas del enfoque Pub/Sub de Kafka?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Ventajas: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Desacopla fuertemente producers y consumers.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Escala muy bien con muchos clientes.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Puede procesar datos en tiempo real.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Garantiza orden por partición y tolerancia a fallos.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Desventajas: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Requiere infraestructura adicional (cluster de Kafka).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Curva de aprendizaje más alta que una cola simple.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Puede ser “overkill” para sistemas pequeños.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¿Para qué aplicaciones tiene sentido usar Kafka? ¿Para cuáles no?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424225"/>
            <a:ext cx="8520600" cy="314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Sí tiene sentido: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Telemetría IoT a gran escala.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Pipelines de datos y analítica en tiempo real.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Microservicios que comparten eventos.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Monitoreo de logs, métricas y eventos.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No tiene tanto sentido: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Proyectos pequeños / prototipos sencillos.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Dispositivos muy limitados (batería, CPU, red) donde es mejor usar MQTT u otro protocolo ligero.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Casos donde unos pocos mensajes puntuales son suficientes.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3.4 IoT en Entornos con Restricciones</a:t>
            </a:r>
            <a:endParaRPr/>
          </a:p>
        </p:txBody>
      </p:sp>
      <p:pic>
        <p:nvPicPr>
          <p:cNvPr id="98" name="Google Shape;9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5785" y="1152475"/>
            <a:ext cx="5032424" cy="372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¿Qué complejidades introduce un payload tan pequeño (3 bytes)?</a:t>
            </a:r>
            <a:endParaRPr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1448650"/>
            <a:ext cx="8520600" cy="31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Hay que cuantizar y perder precisión (especialmente en floats).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Se debe diseñar un protocolo bit a bit propio.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Se complica la implementación (encode/decode manual).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Menos flexibilidad para agregar nuevos campos sin romper compatibilidad.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hacer que la temperatura quepa en 14 bits?</a:t>
            </a:r>
            <a:endParaRPr/>
          </a:p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Usando representación en punto fijo: multiplicar la temperatura por un factor (por ejemplo 100) y guardarla como entero.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Así 56.32°C → 5632, que cabe en 14 bits (máx 16383).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¿Qué pasaría si la humedad también fuera float con un decimal?</a:t>
            </a:r>
            <a:endParaRPr/>
          </a:p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311700" y="1318425"/>
            <a:ext cx="8520600" cy="325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Requeriría más bits (ej. 0–100.0 → 0–1000 si multiplicas por 10).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Habría que: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Quitar precisión (usar enteros), 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Quitar precisión de temperatura, 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Cambiar el layout de bits o aumentar el tamaño de payload (si fuera posible).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¿Qué parámetros/herramientas de Kafka ayudarían si las restricciones fueran aún más fuertes?</a:t>
            </a:r>
            <a:endParaRPr/>
          </a:p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>
            <a:off x="311700" y="1562575"/>
            <a:ext cx="8520600" cy="30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Compresión de mensajes (gzip, snappy, lz4, zstd).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Batching de mensajes para amortizar overhead.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Ajustar acks, linger.ms, batch.size para reducir metadata y overhead por mensaje.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Usar valores binarios compactos (bytes) en lugar de JSON.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